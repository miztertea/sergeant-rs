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
</file>

<file path=ppt/slides/slide1.xml><?xml version="1.0" encoding="UTF-8" standalone="yes"?>
<p:sld xmlns:p="http://schemas.openxmlformats.org/presentationml/2006/main"
       xmlns:a="http://schemas.openxmlformats.org/drawingml/2006/main">
  <p:cSld><p:spTree>
    <p:sp>
      <p:nvSpPr><p:nvPr><p:ph type="title"/></p:nvPr></p:nvSpPr>
      <p:txBody><a:p><a:r><a:t>Unclosed title</a:r></a:p></p:txBody>
    </p:sp>
  </p:spTree></p:cSld>
</p:sld>
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p>
            <a:r>
              <a:t>Pptx Slide Two</a:t>
            </a:r>
          </a:p>
        </p:txBody>
      </p:sp>
      <p:sp>
        <p:nvSpPr>
          <p:nvPr>
            <p:ph type="body" idx="1"/>
          </p:nvPr>
        </p:nvSpPr>
        <p:txBody>
          <a:p>
            <a:r>
              <a:t>Pptx second bullet.</a:t>
            </a:r>
          </a:p>
        </p:txBody>
      </p:sp>
    </p:spTree>
  </p:cSld>
</p:sld>
</file>